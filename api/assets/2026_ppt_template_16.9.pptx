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0" r:id="rId2"/>
    <p:sldId id="311" r:id="rId3"/>
    <p:sldId id="362" r:id="rId4"/>
    <p:sldId id="313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FA2"/>
    <a:srgbClr val="8BFFB3"/>
    <a:srgbClr val="2376A5"/>
    <a:srgbClr val="5BD6D2"/>
    <a:srgbClr val="9BFF93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34"/>
    <p:restoredTop sz="95320" autoAdjust="0"/>
  </p:normalViewPr>
  <p:slideViewPr>
    <p:cSldViewPr snapToGrid="0" snapToObjects="1">
      <p:cViewPr varScale="1">
        <p:scale>
          <a:sx n="84" d="100"/>
          <a:sy n="84" d="100"/>
        </p:scale>
        <p:origin x="195" y="4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2829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B4B5EE-91DB-4920-8137-8D351C3ED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89A1D-B8D9-4AFD-BC0D-98C751ACCE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462B-67F3-4D37-B71F-37F730BED55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7EF41-B49D-408F-B42B-3277FA4C51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282E1-4536-45C3-B516-63339C5BB6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DB096-5A3F-40E3-AE4E-DF6B997E7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13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10FA5-98E6-FB4E-97B6-D4EB979E896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2E1E8-19DD-9846-964E-7494B0E7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2E1E8-19DD-9846-964E-7494B0E7F5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4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257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2A8A85A9-A98F-4601-BB65-962D8989F77A}"/>
              </a:ext>
            </a:extLst>
          </p:cNvPr>
          <p:cNvSpPr>
            <a:spLocks/>
          </p:cNvSpPr>
          <p:nvPr userDrawn="1"/>
        </p:nvSpPr>
        <p:spPr bwMode="auto">
          <a:xfrm>
            <a:off x="2285999" y="0"/>
            <a:ext cx="8161361" cy="6837581"/>
          </a:xfrm>
          <a:custGeom>
            <a:avLst/>
            <a:gdLst>
              <a:gd name="T0" fmla="*/ 1288 w 3007"/>
              <a:gd name="T1" fmla="*/ 0 h 2652"/>
              <a:gd name="T2" fmla="*/ 0 w 3007"/>
              <a:gd name="T3" fmla="*/ 2652 h 2652"/>
              <a:gd name="T4" fmla="*/ 1719 w 3007"/>
              <a:gd name="T5" fmla="*/ 2652 h 2652"/>
              <a:gd name="T6" fmla="*/ 3007 w 3007"/>
              <a:gd name="T7" fmla="*/ 0 h 2652"/>
              <a:gd name="T8" fmla="*/ 1288 w 3007"/>
              <a:gd name="T9" fmla="*/ 0 h 2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7" h="2652">
                <a:moveTo>
                  <a:pt x="1288" y="0"/>
                </a:moveTo>
                <a:lnTo>
                  <a:pt x="0" y="2652"/>
                </a:lnTo>
                <a:lnTo>
                  <a:pt x="1719" y="2652"/>
                </a:lnTo>
                <a:lnTo>
                  <a:pt x="3007" y="0"/>
                </a:lnTo>
                <a:lnTo>
                  <a:pt x="1288" y="0"/>
                </a:lnTo>
                <a:close/>
              </a:path>
            </a:pathLst>
          </a:cu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A8A85A9-A98F-4601-BB65-962D8989F77A}"/>
              </a:ext>
            </a:extLst>
          </p:cNvPr>
          <p:cNvSpPr>
            <a:spLocks/>
          </p:cNvSpPr>
          <p:nvPr userDrawn="1"/>
        </p:nvSpPr>
        <p:spPr bwMode="auto">
          <a:xfrm>
            <a:off x="2261627" y="0"/>
            <a:ext cx="8185734" cy="6858000"/>
          </a:xfrm>
          <a:custGeom>
            <a:avLst/>
            <a:gdLst>
              <a:gd name="T0" fmla="*/ 1288 w 3007"/>
              <a:gd name="T1" fmla="*/ 0 h 2652"/>
              <a:gd name="T2" fmla="*/ 0 w 3007"/>
              <a:gd name="T3" fmla="*/ 2652 h 2652"/>
              <a:gd name="T4" fmla="*/ 1719 w 3007"/>
              <a:gd name="T5" fmla="*/ 2652 h 2652"/>
              <a:gd name="T6" fmla="*/ 3007 w 3007"/>
              <a:gd name="T7" fmla="*/ 0 h 2652"/>
              <a:gd name="T8" fmla="*/ 1288 w 3007"/>
              <a:gd name="T9" fmla="*/ 0 h 2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7" h="2652">
                <a:moveTo>
                  <a:pt x="1288" y="0"/>
                </a:moveTo>
                <a:lnTo>
                  <a:pt x="0" y="2652"/>
                </a:lnTo>
                <a:lnTo>
                  <a:pt x="1719" y="2652"/>
                </a:lnTo>
                <a:lnTo>
                  <a:pt x="3007" y="0"/>
                </a:lnTo>
                <a:lnTo>
                  <a:pt x="1288" y="0"/>
                </a:lnTo>
                <a:close/>
              </a:path>
            </a:pathLst>
          </a:custGeom>
          <a:gradFill>
            <a:gsLst>
              <a:gs pos="0">
                <a:srgbClr val="2F6FA2">
                  <a:alpha val="24000"/>
                </a:srgbClr>
              </a:gs>
              <a:gs pos="100000">
                <a:schemeClr val="accent6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52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82A003AA-5AC8-4069-A21F-8DA4E84E32EB}"/>
              </a:ext>
            </a:extLst>
          </p:cNvPr>
          <p:cNvSpPr>
            <a:spLocks/>
          </p:cNvSpPr>
          <p:nvPr userDrawn="1"/>
        </p:nvSpPr>
        <p:spPr bwMode="auto">
          <a:xfrm>
            <a:off x="323651" y="0"/>
            <a:ext cx="11868349" cy="6858000"/>
          </a:xfrm>
          <a:custGeom>
            <a:avLst/>
            <a:gdLst>
              <a:gd name="T0" fmla="*/ 4604 w 4604"/>
              <a:gd name="T1" fmla="*/ 2644 h 2644"/>
              <a:gd name="T2" fmla="*/ 0 w 4604"/>
              <a:gd name="T3" fmla="*/ 2644 h 2644"/>
              <a:gd name="T4" fmla="*/ 2491 w 4604"/>
              <a:gd name="T5" fmla="*/ 0 h 2644"/>
              <a:gd name="T6" fmla="*/ 4604 w 4604"/>
              <a:gd name="T7" fmla="*/ 0 h 2644"/>
              <a:gd name="T8" fmla="*/ 4604 w 4604"/>
              <a:gd name="T9" fmla="*/ 2644 h 2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04" h="2644">
                <a:moveTo>
                  <a:pt x="4604" y="2644"/>
                </a:moveTo>
                <a:lnTo>
                  <a:pt x="0" y="2644"/>
                </a:lnTo>
                <a:lnTo>
                  <a:pt x="2491" y="0"/>
                </a:lnTo>
                <a:lnTo>
                  <a:pt x="4604" y="0"/>
                </a:lnTo>
                <a:lnTo>
                  <a:pt x="4604" y="26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2111"/>
          <a:stretch/>
        </p:blipFill>
        <p:spPr>
          <a:xfrm>
            <a:off x="0" y="-13383"/>
            <a:ext cx="3106945" cy="6864691"/>
          </a:xfrm>
          <a:prstGeom prst="flowChartDelay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</p:pic>
      <p:sp>
        <p:nvSpPr>
          <p:cNvPr id="9" name="手繪多邊形 8"/>
          <p:cNvSpPr/>
          <p:nvPr userDrawn="1"/>
        </p:nvSpPr>
        <p:spPr>
          <a:xfrm>
            <a:off x="-1" y="-13384"/>
            <a:ext cx="3106945" cy="6864692"/>
          </a:xfrm>
          <a:custGeom>
            <a:avLst/>
            <a:gdLst>
              <a:gd name="connsiteX0" fmla="*/ 0 w 4852836"/>
              <a:gd name="connsiteY0" fmla="*/ 0 h 6864692"/>
              <a:gd name="connsiteX1" fmla="*/ 2426419 w 4852836"/>
              <a:gd name="connsiteY1" fmla="*/ 0 h 6864692"/>
              <a:gd name="connsiteX2" fmla="*/ 4840311 w 4852836"/>
              <a:gd name="connsiteY2" fmla="*/ 3081409 h 6864692"/>
              <a:gd name="connsiteX3" fmla="*/ 4852836 w 4852836"/>
              <a:gd name="connsiteY3" fmla="*/ 3432292 h 6864692"/>
              <a:gd name="connsiteX4" fmla="*/ 4852836 w 4852836"/>
              <a:gd name="connsiteY4" fmla="*/ 3432401 h 6864692"/>
              <a:gd name="connsiteX5" fmla="*/ 4840311 w 4852836"/>
              <a:gd name="connsiteY5" fmla="*/ 3783284 h 6864692"/>
              <a:gd name="connsiteX6" fmla="*/ 2426419 w 4852836"/>
              <a:gd name="connsiteY6" fmla="*/ 6864692 h 6864692"/>
              <a:gd name="connsiteX7" fmla="*/ 0 w 4852836"/>
              <a:gd name="connsiteY7" fmla="*/ 6864691 h 686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2836" h="6864692">
                <a:moveTo>
                  <a:pt x="0" y="0"/>
                </a:moveTo>
                <a:lnTo>
                  <a:pt x="2426419" y="0"/>
                </a:lnTo>
                <a:cubicBezTo>
                  <a:pt x="3682739" y="0"/>
                  <a:pt x="4716054" y="1350628"/>
                  <a:pt x="4840311" y="3081409"/>
                </a:cubicBezTo>
                <a:lnTo>
                  <a:pt x="4852836" y="3432292"/>
                </a:lnTo>
                <a:lnTo>
                  <a:pt x="4852836" y="3432401"/>
                </a:lnTo>
                <a:lnTo>
                  <a:pt x="4840311" y="3783284"/>
                </a:lnTo>
                <a:cubicBezTo>
                  <a:pt x="4716054" y="5514065"/>
                  <a:pt x="3682739" y="6864692"/>
                  <a:pt x="2426419" y="6864692"/>
                </a:cubicBezTo>
                <a:lnTo>
                  <a:pt x="0" y="6864691"/>
                </a:lnTo>
                <a:close/>
              </a:path>
            </a:pathLst>
          </a:custGeom>
          <a:gradFill flip="none" rotWithShape="1">
            <a:gsLst>
              <a:gs pos="59000">
                <a:srgbClr val="2F6FA2">
                  <a:alpha val="71000"/>
                </a:srgbClr>
              </a:gs>
              <a:gs pos="0">
                <a:schemeClr val="accent5">
                  <a:lumMod val="20000"/>
                  <a:lumOff val="80000"/>
                  <a:alpha val="20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31" y="6369362"/>
            <a:ext cx="1495669" cy="152176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3631785" y="6434518"/>
            <a:ext cx="7524205" cy="169200"/>
            <a:chOff x="4389329" y="472442"/>
            <a:chExt cx="7524205" cy="169200"/>
          </a:xfrm>
        </p:grpSpPr>
        <p:sp>
          <p:nvSpPr>
            <p:cNvPr id="7" name="矩形 6"/>
            <p:cNvSpPr/>
            <p:nvPr userDrawn="1"/>
          </p:nvSpPr>
          <p:spPr>
            <a:xfrm>
              <a:off x="4389329" y="474002"/>
              <a:ext cx="7524205" cy="167640"/>
            </a:xfrm>
            <a:prstGeom prst="rect">
              <a:avLst/>
            </a:prstGeom>
            <a:solidFill>
              <a:srgbClr val="5BD6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4389329" y="472442"/>
              <a:ext cx="2412698" cy="169200"/>
            </a:xfrm>
            <a:prstGeom prst="rect">
              <a:avLst/>
            </a:prstGeom>
            <a:solidFill>
              <a:srgbClr val="8BFF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8537580" y="472442"/>
              <a:ext cx="3375954" cy="169200"/>
            </a:xfrm>
            <a:prstGeom prst="rect">
              <a:avLst/>
            </a:prstGeom>
            <a:solidFill>
              <a:srgbClr val="2376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1"/>
          <p:cNvSpPr txBox="1"/>
          <p:nvPr userDrawn="1"/>
        </p:nvSpPr>
        <p:spPr>
          <a:xfrm>
            <a:off x="11155991" y="6288286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8BFFB3"/>
                </a:solidFill>
                <a:latin typeface="+mj-ea"/>
                <a:ea typeface="+mj-ea"/>
              </a:rPr>
              <a:t>E</a:t>
            </a:r>
            <a:r>
              <a:rPr lang="en-US" altLang="zh-TW" sz="2400" b="1" dirty="0">
                <a:solidFill>
                  <a:srgbClr val="5BD6D2"/>
                </a:solidFill>
                <a:latin typeface="+mj-ea"/>
                <a:ea typeface="+mj-ea"/>
              </a:rPr>
              <a:t>S</a:t>
            </a:r>
            <a:r>
              <a:rPr lang="en-US" altLang="zh-TW" sz="2400" b="1" dirty="0">
                <a:solidFill>
                  <a:srgbClr val="2376A5"/>
                </a:solidFill>
                <a:latin typeface="+mj-ea"/>
                <a:ea typeface="+mj-ea"/>
              </a:rPr>
              <a:t>G</a:t>
            </a:r>
            <a:endParaRPr lang="zh-TW" altLang="en-US" sz="2400" b="1" dirty="0">
              <a:solidFill>
                <a:srgbClr val="2376A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7764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-1" y="0"/>
            <a:ext cx="12192001" cy="1153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Slide Number Placeholder 5"/>
          <p:cNvSpPr txBox="1">
            <a:spLocks/>
          </p:cNvSpPr>
          <p:nvPr userDrawn="1"/>
        </p:nvSpPr>
        <p:spPr>
          <a:xfrm>
            <a:off x="11631256" y="173194"/>
            <a:ext cx="431790" cy="19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97ECB15-F748-C140-A5C3-CF0090C943BA}" type="slidenum">
              <a:rPr lang="en-US" sz="800" b="0" i="0" smtClean="0">
                <a:solidFill>
                  <a:srgbClr val="FEFEFE"/>
                </a:solidFill>
                <a:latin typeface="+mn-lt"/>
                <a:ea typeface="Montserrat" charset="0"/>
                <a:cs typeface="Montserrat" charset="0"/>
              </a:rPr>
              <a:pPr algn="ctr"/>
              <a:t>‹#›</a:t>
            </a:fld>
            <a:endParaRPr lang="en-US" sz="800" b="0" i="0" dirty="0">
              <a:solidFill>
                <a:srgbClr val="FEFEFE"/>
              </a:solidFill>
              <a:latin typeface="+mn-lt"/>
              <a:ea typeface="Montserrat" charset="0"/>
              <a:cs typeface="Montserrat" charset="0"/>
            </a:endParaRPr>
          </a:p>
        </p:txBody>
      </p:sp>
      <p:sp>
        <p:nvSpPr>
          <p:cNvPr id="9" name="剪去單一角落矩形 8"/>
          <p:cNvSpPr/>
          <p:nvPr userDrawn="1"/>
        </p:nvSpPr>
        <p:spPr>
          <a:xfrm>
            <a:off x="0" y="0"/>
            <a:ext cx="627321" cy="1153235"/>
          </a:xfrm>
          <a:prstGeom prst="snip1Rect">
            <a:avLst>
              <a:gd name="adj" fmla="val 50000"/>
            </a:avLst>
          </a:prstGeom>
          <a:gradFill flip="none" rotWithShape="1">
            <a:gsLst>
              <a:gs pos="59000">
                <a:srgbClr val="2F6FA2">
                  <a:alpha val="71000"/>
                </a:srgbClr>
              </a:gs>
              <a:gs pos="0">
                <a:schemeClr val="accent5">
                  <a:lumMod val="20000"/>
                  <a:lumOff val="80000"/>
                  <a:alpha val="20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 userDrawn="1"/>
        </p:nvGrpSpPr>
        <p:grpSpPr>
          <a:xfrm>
            <a:off x="3631785" y="6434518"/>
            <a:ext cx="7524205" cy="169200"/>
            <a:chOff x="4389329" y="472442"/>
            <a:chExt cx="7524205" cy="169200"/>
          </a:xfrm>
        </p:grpSpPr>
        <p:sp>
          <p:nvSpPr>
            <p:cNvPr id="11" name="矩形 10"/>
            <p:cNvSpPr/>
            <p:nvPr userDrawn="1"/>
          </p:nvSpPr>
          <p:spPr>
            <a:xfrm>
              <a:off x="4389329" y="474002"/>
              <a:ext cx="7524205" cy="167640"/>
            </a:xfrm>
            <a:prstGeom prst="rect">
              <a:avLst/>
            </a:prstGeom>
            <a:solidFill>
              <a:srgbClr val="5BD6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4389329" y="472442"/>
              <a:ext cx="2412698" cy="169200"/>
            </a:xfrm>
            <a:prstGeom prst="rect">
              <a:avLst/>
            </a:prstGeom>
            <a:solidFill>
              <a:srgbClr val="8BFF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8537580" y="472442"/>
              <a:ext cx="3375954" cy="169200"/>
            </a:xfrm>
            <a:prstGeom prst="rect">
              <a:avLst/>
            </a:prstGeom>
            <a:solidFill>
              <a:srgbClr val="2376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 userDrawn="1"/>
        </p:nvSpPr>
        <p:spPr>
          <a:xfrm>
            <a:off x="11155991" y="6288286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8BFFB3"/>
                </a:solidFill>
                <a:latin typeface="+mj-ea"/>
                <a:ea typeface="+mj-ea"/>
              </a:rPr>
              <a:t>E</a:t>
            </a:r>
            <a:r>
              <a:rPr lang="en-US" altLang="zh-TW" sz="2400" b="1" dirty="0">
                <a:solidFill>
                  <a:srgbClr val="5BD6D2"/>
                </a:solidFill>
                <a:latin typeface="+mj-ea"/>
                <a:ea typeface="+mj-ea"/>
              </a:rPr>
              <a:t>S</a:t>
            </a:r>
            <a:r>
              <a:rPr lang="en-US" altLang="zh-TW" sz="2400" b="1" dirty="0">
                <a:solidFill>
                  <a:srgbClr val="2376A5"/>
                </a:solidFill>
                <a:latin typeface="+mj-ea"/>
                <a:ea typeface="+mj-ea"/>
              </a:rPr>
              <a:t>G</a:t>
            </a:r>
            <a:endParaRPr lang="zh-TW" altLang="en-US" sz="2400" b="1" dirty="0">
              <a:solidFill>
                <a:srgbClr val="2376A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22597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i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93274"/>
            <a:ext cx="10515600" cy="499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Your Heading: Text Goes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31788CF-606C-F74D-BC84-C36CC6A85D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456958"/>
            <a:ext cx="12192000" cy="4572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2A6392"/>
                </a:solidFill>
              </a:defRPr>
            </a:lvl1pPr>
          </a:lstStyle>
          <a:p>
            <a:r>
              <a:rPr lang="en-MY" dirty="0"/>
              <a:t>Thank You</a:t>
            </a:r>
          </a:p>
        </p:txBody>
      </p:sp>
      <p:pic>
        <p:nvPicPr>
          <p:cNvPr id="25" name="Picture 6" descr="A picture containing sky, object&#10;&#10;Description automatically generated">
            <a:extLst>
              <a:ext uri="{FF2B5EF4-FFF2-40B4-BE49-F238E27FC236}">
                <a16:creationId xmlns:a16="http://schemas.microsoft.com/office/drawing/2014/main" id="{5EA23182-E83C-A749-B522-F4A1E9D9F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2914160"/>
            <a:ext cx="4329168" cy="79692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D06C0DD1-FC0D-EA41-9B0F-D18BDC0CC011}"/>
              </a:ext>
            </a:extLst>
          </p:cNvPr>
          <p:cNvSpPr txBox="1">
            <a:spLocks/>
          </p:cNvSpPr>
          <p:nvPr userDrawn="1"/>
        </p:nvSpPr>
        <p:spPr>
          <a:xfrm>
            <a:off x="0" y="3823857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rgbClr val="2A639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Helvetica" panose="020B0604020202030204" pitchFamily="34" charset="0"/>
              </a:rPr>
              <a:t>edgentauems.com.tw</a:t>
            </a:r>
          </a:p>
        </p:txBody>
      </p:sp>
    </p:spTree>
    <p:extLst>
      <p:ext uri="{BB962C8B-B14F-4D97-AF65-F5344CB8AC3E}">
        <p14:creationId xmlns:p14="http://schemas.microsoft.com/office/powerpoint/2010/main" val="87827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93274"/>
            <a:ext cx="10515600" cy="499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5521"/>
            <a:ext cx="10515600" cy="483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F774B5E-3D86-D744-9739-9A55B86C5C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49" r:id="rId2"/>
    <p:sldLayoutId id="2147483668" r:id="rId3"/>
    <p:sldLayoutId id="2147483670" r:id="rId4"/>
    <p:sldLayoutId id="2147483696" r:id="rId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9A4FBB-BC1F-4D55-A4F8-DAD2CE2026AA}"/>
              </a:ext>
            </a:extLst>
          </p:cNvPr>
          <p:cNvGrpSpPr/>
          <p:nvPr/>
        </p:nvGrpSpPr>
        <p:grpSpPr>
          <a:xfrm>
            <a:off x="4798112" y="2393291"/>
            <a:ext cx="5359078" cy="1152409"/>
            <a:chOff x="1475439" y="2496350"/>
            <a:chExt cx="5359078" cy="1152409"/>
          </a:xfrm>
        </p:grpSpPr>
        <p:sp>
          <p:nvSpPr>
            <p:cNvPr id="17" name="TextBox 16"/>
            <p:cNvSpPr txBox="1"/>
            <p:nvPr/>
          </p:nvSpPr>
          <p:spPr>
            <a:xfrm>
              <a:off x="1475439" y="2496350"/>
              <a:ext cx="5359078" cy="873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5800"/>
                </a:lnSpc>
              </a:pPr>
              <a:r>
                <a:rPr lang="zh-TW" altLang="en-US" sz="6800" b="1" spc="-300" dirty="0">
                  <a:solidFill>
                    <a:schemeClr val="bg1"/>
                  </a:solidFill>
                  <a:latin typeface="+mj-lt"/>
                </a:rPr>
                <a:t>簡報標題</a:t>
              </a:r>
              <a:endParaRPr lang="en-US" sz="6800" b="1" spc="-3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4100" y="3279427"/>
              <a:ext cx="3553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solidFill>
                    <a:schemeClr val="bg1"/>
                  </a:solidFill>
                  <a:latin typeface="微軟正黑體" pitchFamily="34" charset="-120"/>
                </a:rPr>
                <a:t>簡報副標題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E20B89B-0BEE-D648-84E2-217F84BF58D1}"/>
              </a:ext>
            </a:extLst>
          </p:cNvPr>
          <p:cNvSpPr txBox="1">
            <a:spLocks/>
          </p:cNvSpPr>
          <p:nvPr/>
        </p:nvSpPr>
        <p:spPr>
          <a:xfrm>
            <a:off x="2793109" y="579553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rgbClr val="2A639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bg1"/>
                </a:solidFill>
                <a:latin typeface="Helvetica" panose="020B0604020202030204" pitchFamily="34" charset="0"/>
              </a:rPr>
              <a:t>簡報人</a:t>
            </a:r>
            <a:endParaRPr lang="en-US" altLang="zh-TW" dirty="0">
              <a:solidFill>
                <a:schemeClr val="bg1"/>
              </a:solidFill>
              <a:latin typeface="Helvetica" panose="020B0604020202030204" pitchFamily="34" charset="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Helvetica" panose="020B0604020202030204" pitchFamily="34" charset="0"/>
              </a:rPr>
              <a:t>　</a:t>
            </a:r>
            <a:endParaRPr lang="en-US" altLang="zh-TW" dirty="0">
              <a:solidFill>
                <a:schemeClr val="bg1"/>
              </a:solidFill>
              <a:latin typeface="Helvetica" panose="020B0604020202030204" pitchFamily="34" charset="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日期</a:t>
            </a:r>
            <a:r>
              <a:rPr lang="en-US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68D059C-1F4E-4648-AE06-516C950A2879}"/>
              </a:ext>
            </a:extLst>
          </p:cNvPr>
          <p:cNvSpPr txBox="1">
            <a:spLocks/>
          </p:cNvSpPr>
          <p:nvPr/>
        </p:nvSpPr>
        <p:spPr>
          <a:xfrm>
            <a:off x="-154535" y="2694016"/>
            <a:ext cx="3061614" cy="4075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rgbClr val="2A639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Helvetica" panose="020B0604020202030204" pitchFamily="34" charset="0"/>
              </a:rPr>
              <a:t>edgentauems.com.tw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5" y="2393291"/>
            <a:ext cx="2503302" cy="25469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230" y="5985835"/>
            <a:ext cx="3000975" cy="68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16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094ED1-2594-4F6B-B51A-02C43AFD1A87}"/>
              </a:ext>
            </a:extLst>
          </p:cNvPr>
          <p:cNvGrpSpPr/>
          <p:nvPr/>
        </p:nvGrpSpPr>
        <p:grpSpPr>
          <a:xfrm>
            <a:off x="6074273" y="2380060"/>
            <a:ext cx="5359078" cy="1370846"/>
            <a:chOff x="1062461" y="2728877"/>
            <a:chExt cx="5359078" cy="1370846"/>
          </a:xfrm>
        </p:grpSpPr>
        <p:sp>
          <p:nvSpPr>
            <p:cNvPr id="17" name="TextBox 16"/>
            <p:cNvSpPr txBox="1"/>
            <p:nvPr/>
          </p:nvSpPr>
          <p:spPr>
            <a:xfrm>
              <a:off x="2868112" y="2728877"/>
              <a:ext cx="3553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2000" b="1" dirty="0">
                  <a:solidFill>
                    <a:sysClr val="windowText" lastClr="000000"/>
                  </a:solidFill>
                </a:rPr>
                <a:t>副標題</a:t>
              </a:r>
              <a:endParaRPr lang="en-US" sz="20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2461" y="3252440"/>
              <a:ext cx="5359078" cy="847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5800"/>
                </a:lnSpc>
              </a:pPr>
              <a:r>
                <a:rPr lang="zh-TW" altLang="en-US" sz="6000" b="1" spc="-300" dirty="0">
                  <a:solidFill>
                    <a:schemeClr val="accent6">
                      <a:lumMod val="50000"/>
                    </a:schemeClr>
                  </a:solidFill>
                  <a:latin typeface="+mj-lt"/>
                </a:rPr>
                <a:t>單元標題</a:t>
              </a:r>
              <a:endParaRPr lang="en-US" sz="6000" b="1" spc="-300" dirty="0">
                <a:solidFill>
                  <a:schemeClr val="accent6">
                    <a:lumMod val="50000"/>
                  </a:schemeClr>
                </a:solidFill>
                <a:latin typeface="+mj-lt"/>
              </a:endParaRPr>
            </a:p>
          </p:txBody>
        </p:sp>
      </p:grp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07" y="2938135"/>
            <a:ext cx="2503302" cy="25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1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>
            <a:extLst>
              <a:ext uri="{FF2B5EF4-FFF2-40B4-BE49-F238E27FC236}">
                <a16:creationId xmlns:a16="http://schemas.microsoft.com/office/drawing/2014/main" id="{3067CA78-9A36-8040-952A-5676A977A4B3}"/>
              </a:ext>
            </a:extLst>
          </p:cNvPr>
          <p:cNvSpPr txBox="1">
            <a:spLocks/>
          </p:cNvSpPr>
          <p:nvPr/>
        </p:nvSpPr>
        <p:spPr>
          <a:xfrm>
            <a:off x="3435022" y="395404"/>
            <a:ext cx="5018303" cy="40659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Helvetica" panose="020B0604020202030204" pitchFamily="34" charset="0"/>
              </a:rPr>
              <a:t>Contents</a:t>
            </a:r>
            <a:r>
              <a:rPr lang="zh-TW" altLang="en-US" dirty="0">
                <a:solidFill>
                  <a:schemeClr val="tx1"/>
                </a:solidFill>
                <a:latin typeface="Helvetica" panose="020B0604020202030204" pitchFamily="34" charset="0"/>
              </a:rPr>
              <a:t> </a:t>
            </a:r>
            <a:r>
              <a:rPr lang="zh-TW" altLang="en-US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內容</a:t>
            </a:r>
            <a:endParaRPr lang="en-US" dirty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B12D746-9785-AC4A-8011-6EF827B1631E}"/>
              </a:ext>
            </a:extLst>
          </p:cNvPr>
          <p:cNvSpPr txBox="1">
            <a:spLocks/>
          </p:cNvSpPr>
          <p:nvPr/>
        </p:nvSpPr>
        <p:spPr>
          <a:xfrm>
            <a:off x="3435022" y="687323"/>
            <a:ext cx="5018303" cy="717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latin typeface="Helvetica" panose="020B0604020202030204" pitchFamily="34" charset="0"/>
              </a:rPr>
              <a:t>Presentation</a:t>
            </a:r>
            <a:r>
              <a:rPr lang="en-US" sz="2000" b="0" dirty="0">
                <a:solidFill>
                  <a:schemeClr val="tx1"/>
                </a:solidFill>
                <a:latin typeface="Helvetica" panose="020B0604020202030204" pitchFamily="34" charset="0"/>
              </a:rPr>
              <a:t> Subtitle</a:t>
            </a:r>
            <a:r>
              <a:rPr lang="zh-TW" altLang="en-US" sz="2000" b="0" dirty="0">
                <a:solidFill>
                  <a:schemeClr val="tx1"/>
                </a:solidFill>
                <a:latin typeface="Helvetica" panose="020B0604020202030204" pitchFamily="34" charset="0"/>
              </a:rPr>
              <a:t> </a:t>
            </a:r>
            <a:r>
              <a:rPr lang="zh-TW" altLang="en-US" sz="2000" b="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簡報副標題</a:t>
            </a:r>
            <a:r>
              <a:rPr lang="en-US" sz="2000" b="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3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067CA78-9A36-8040-952A-5676A977A4B3}"/>
              </a:ext>
            </a:extLst>
          </p:cNvPr>
          <p:cNvSpPr txBox="1">
            <a:spLocks/>
          </p:cNvSpPr>
          <p:nvPr/>
        </p:nvSpPr>
        <p:spPr>
          <a:xfrm>
            <a:off x="739818" y="375853"/>
            <a:ext cx="9144000" cy="40659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Helvetica" panose="020B0604020202030204" pitchFamily="34" charset="0"/>
              </a:rPr>
              <a:t>Contents</a:t>
            </a:r>
            <a:r>
              <a:rPr lang="zh-TW" altLang="en-US" dirty="0">
                <a:solidFill>
                  <a:schemeClr val="tx1"/>
                </a:solidFill>
                <a:latin typeface="Helvetica" panose="020B0604020202030204" pitchFamily="34" charset="0"/>
              </a:rPr>
              <a:t> </a:t>
            </a:r>
            <a:r>
              <a:rPr lang="zh-TW" altLang="en-US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內容</a:t>
            </a:r>
            <a:endParaRPr lang="en-US" dirty="0">
              <a:solidFill>
                <a:schemeClr val="tx1"/>
              </a:solidFill>
              <a:latin typeface="Helvetica" panose="020B060402020203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B12D746-9785-AC4A-8011-6EF827B1631E}"/>
              </a:ext>
            </a:extLst>
          </p:cNvPr>
          <p:cNvSpPr txBox="1">
            <a:spLocks/>
          </p:cNvSpPr>
          <p:nvPr/>
        </p:nvSpPr>
        <p:spPr>
          <a:xfrm>
            <a:off x="777032" y="690306"/>
            <a:ext cx="9144000" cy="717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latin typeface="Helvetica" panose="020B0604020202030204" pitchFamily="34" charset="0"/>
              </a:rPr>
              <a:t>Presentation</a:t>
            </a:r>
            <a:r>
              <a:rPr lang="en-US" sz="2000" b="0" dirty="0">
                <a:solidFill>
                  <a:schemeClr val="tx1"/>
                </a:solidFill>
                <a:latin typeface="Helvetica" panose="020B0604020202030204" pitchFamily="34" charset="0"/>
              </a:rPr>
              <a:t> Subtitle</a:t>
            </a:r>
            <a:r>
              <a:rPr lang="zh-TW" altLang="en-US" sz="2000" b="0" dirty="0">
                <a:solidFill>
                  <a:schemeClr val="tx1"/>
                </a:solidFill>
                <a:latin typeface="Helvetica" panose="020B0604020202030204" pitchFamily="34" charset="0"/>
              </a:rPr>
              <a:t> </a:t>
            </a:r>
            <a:r>
              <a:rPr lang="zh-TW" altLang="en-US" sz="2000" b="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簡報副標題</a:t>
            </a:r>
            <a:r>
              <a:rPr lang="en-US" sz="2000" b="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034" y="375853"/>
            <a:ext cx="2503302" cy="25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10097"/>
      </p:ext>
    </p:extLst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68D059C-1F4E-4648-AE06-516C950A2879}"/>
              </a:ext>
            </a:extLst>
          </p:cNvPr>
          <p:cNvSpPr txBox="1">
            <a:spLocks/>
          </p:cNvSpPr>
          <p:nvPr/>
        </p:nvSpPr>
        <p:spPr>
          <a:xfrm>
            <a:off x="8946948" y="63202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rgbClr val="2A639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Helvetica" panose="020B0604020202030204" pitchFamily="34" charset="0"/>
              </a:rPr>
              <a:t>edgentauems.com.tw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31788CF-606C-F74D-BC84-C36CC6A85D25}"/>
              </a:ext>
            </a:extLst>
          </p:cNvPr>
          <p:cNvSpPr txBox="1">
            <a:spLocks/>
          </p:cNvSpPr>
          <p:nvPr/>
        </p:nvSpPr>
        <p:spPr>
          <a:xfrm>
            <a:off x="0" y="2914158"/>
            <a:ext cx="12192000" cy="4572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b="1" kern="1200">
                <a:solidFill>
                  <a:srgbClr val="2A639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dirty="0"/>
              <a:t>Thank You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271799C-D98A-4E33-4C70-8B057FAA1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307" y="3371358"/>
            <a:ext cx="5647298" cy="57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izPlan - mlt 1 B">
      <a:dk1>
        <a:srgbClr val="000000"/>
      </a:dk1>
      <a:lt1>
        <a:srgbClr val="FFFFFF"/>
      </a:lt1>
      <a:dk2>
        <a:srgbClr val="7D8287"/>
      </a:dk2>
      <a:lt2>
        <a:srgbClr val="EBEEF0"/>
      </a:lt2>
      <a:accent1>
        <a:srgbClr val="5A004B"/>
      </a:accent1>
      <a:accent2>
        <a:srgbClr val="D71414"/>
      </a:accent2>
      <a:accent3>
        <a:srgbClr val="FFAF00"/>
      </a:accent3>
      <a:accent4>
        <a:srgbClr val="96B900"/>
      </a:accent4>
      <a:accent5>
        <a:srgbClr val="00A082"/>
      </a:accent5>
      <a:accent6>
        <a:srgbClr val="2891D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36</Words>
  <Application>Microsoft Office PowerPoint</Application>
  <PresentationFormat>寬螢幕</PresentationFormat>
  <Paragraphs>15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Arial</vt:lpstr>
      <vt:lpstr>Calibri</vt:lpstr>
      <vt:lpstr>Helvetica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劉姿伶Michelle</cp:lastModifiedBy>
  <cp:revision>565</cp:revision>
  <dcterms:created xsi:type="dcterms:W3CDTF">2016-01-13T17:16:24Z</dcterms:created>
  <dcterms:modified xsi:type="dcterms:W3CDTF">2026-04-29T09:05:21Z</dcterms:modified>
</cp:coreProperties>
</file>